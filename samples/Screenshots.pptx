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966FC3-B546-4011-9BD0-82712C76EF41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E69B0-7940-4DCC-92CF-3E72672224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243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E69B0-7940-4DCC-92CF-3E726722243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074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B6F7D-C61E-A892-EE10-6B4CF18732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CEE1AF-1966-B1BA-A7DE-00DC4D1C1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B423D-A2B4-DC68-8E1B-8032674A6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F4B92-6964-915C-348B-48F445B06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7D3A3-85B2-8DA6-58ED-9244E2FD1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699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E5DA5-AF30-A2A3-852E-1F73FF6AB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EB333-E50D-F251-E9F0-7B3393ADC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7E5FE-BE87-3F78-35D6-9E780ABEC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860F5-2200-CDA4-13E3-6A821B676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E1451-48DF-B2BB-AF8F-72C91645D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31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F0C7D-E8F6-5159-DC6D-C21120CE0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9A992-B2F2-0A77-B54F-E5E45F555B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84FB-CC79-F8F4-C20C-374E305D0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2B948-8D7C-6151-018B-B09DFBF69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048C3-88A2-155C-A44E-DC9BFE3E7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90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5B046-1A18-F674-2C14-16E798305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C6183-08D6-839F-CA0D-21299824E9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DA57C-182C-BEA0-8124-3F1394A921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7416A-4B80-CC2F-2018-52F2A7A8B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19DBAE-EA2B-1601-1D83-B979D1BFD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642B8-A247-21F3-98C5-B81ACC661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996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02FCA-5C66-51C9-D745-E64235088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1D3308-BF22-D380-B925-9607DC73F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E428FA-E43C-7299-FD3F-DAC62131A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E93705-8CD6-CC48-4ACE-A0FFEE378A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6F1AA1-23A9-C180-C117-ADB3CD2CD8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C5320B-6DB2-E413-6662-BF7532C5D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6FEDA2-74D6-42F9-DFCD-A5489D59D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FC8BBB-5764-198E-4D02-EF03747E9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48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0D0C7-059C-0867-0D71-5D44F6C35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55DF0D-582E-D4F9-4266-DE497A3E8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406CCE-A4CF-566F-6301-3BE3ADA8E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702B17-4BEF-FBFB-3393-EA90CD3A6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46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DE4815-95E5-3E18-8586-9D62BB9E4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C73544-418F-C41F-488E-08DAA93AB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C07AE6-19FA-B48D-AF24-6A920E3D6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802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7E37-899C-BF4A-C236-C667B0DE1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7F85B-6F03-9D15-86DF-9612CC7EF8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82A080-F6A3-BFBF-23A4-978831D50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769F07-4853-C0A5-790A-F58C11C2E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18A2B7-6C7F-77C7-8F4A-B9F0377A2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610EF-A7FE-69E2-5A30-EB6191D7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981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D619B-C732-A6AD-8108-699283C3F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7F1C88-4883-7CAD-E61B-E136FC82E0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F1DAF9-B77C-CBA1-329D-412F71938F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90205-7254-20C0-65AD-4EC9B450C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1D88B7-2ABD-8956-1117-538DB9218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B7E16-DBD9-4BD5-E4EB-3A297FF2E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102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00818-E6A8-38E6-9D6D-35315D124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4DA0A0-0083-EF2B-0FCA-259F0467D2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E603D-1126-5CF5-7AAB-029C38601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FFA9C-78DC-D545-FEDE-EFC48881E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C65F8-7BFA-6A70-B800-DFF945203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651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07FC11-6713-3F81-68B6-46C2B28CF8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7E532E-55CE-FC3D-A2A6-AF6F5445CB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961BF-BCA3-F0DA-F138-4720F4C1B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3B572-C702-9419-B414-E09F692CA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6C6FC-E965-93B2-2BC4-3901E8327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7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FCD39B-6B9B-8872-F67B-FE43E774B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0AB31-D905-AE32-552F-5A4C04FFD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707B1-F639-F66A-61F2-9C6F891D7F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FED68C-B8F8-4E0C-A6CD-F6A591BBDAF2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148FF-F066-0A5C-B223-2149745462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18121-7EF4-5E47-9CBA-EF176F0906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CD036E-D550-49A6-B793-E1859EA56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41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207EA6-142F-FC81-F6D9-157E4F29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5042"/>
            <a:ext cx="12192000" cy="612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4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8C025-68A8-A79E-19D5-13DD961D1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52A0D1-9BBF-A5D3-21D7-71EF107F5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9265"/>
            <a:ext cx="12192000" cy="648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274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</Words>
  <Application>Microsoft Office PowerPoint</Application>
  <PresentationFormat>Widescreen</PresentationFormat>
  <Paragraphs>1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Vivek Menon</dc:creator>
  <cp:lastModifiedBy>Vivek Menon</cp:lastModifiedBy>
  <cp:revision>3</cp:revision>
  <dcterms:created xsi:type="dcterms:W3CDTF">2026-08-09T17:27:49Z</dcterms:created>
  <dcterms:modified xsi:type="dcterms:W3CDTF">2026-08-09T17:53:03Z</dcterms:modified>
</cp:coreProperties>
</file>