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6F7D-C61E-A892-EE10-6B4CF1873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EE1AF-1966-B1BA-A7DE-00DC4D1C1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B423D-A2B4-DC68-8E1B-8032674A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4B92-6964-915C-348B-48F445B0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7D3A3-85B2-8DA6-58ED-9244E2FD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9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5DA5-AF30-A2A3-852E-1F73FF6A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EB333-E50D-F251-E9F0-7B3393ADC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7E5FE-BE87-3F78-35D6-9E780ABE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860F5-2200-CDA4-13E3-6A821B67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E1451-48DF-B2BB-AF8F-72C91645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0C7D-E8F6-5159-DC6D-C21120CE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9A992-B2F2-0A77-B54F-E5E45F555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84FB-CC79-F8F4-C20C-374E305D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2B948-8D7C-6151-018B-B09DFBF6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048C3-88A2-155C-A44E-DC9BFE3E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9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B046-1A18-F674-2C14-16E79830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6183-08D6-839F-CA0D-21299824E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DA57C-182C-BEA0-8124-3F1394A92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7416A-4B80-CC2F-2018-52F2A7A8B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9DBAE-EA2B-1601-1D83-B979D1BF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642B8-A247-21F3-98C5-B81ACC661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9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2FCA-5C66-51C9-D745-E6423508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D3308-BF22-D380-B925-9607DC73F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428FA-E43C-7299-FD3F-DAC62131A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93705-8CD6-CC48-4ACE-A0FFEE378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F1AA1-23A9-C180-C117-ADB3CD2CD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5320B-6DB2-E413-6662-BF7532C5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FEDA2-74D6-42F9-DFCD-A5489D59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C8BBB-5764-198E-4D02-EF03747E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4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D0C7-059C-0867-0D71-5D44F6C3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5DF0D-582E-D4F9-4266-DE497A3E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06CCE-A4CF-566F-6301-3BE3ADA8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02B17-4BEF-FBFB-3393-EA90CD3A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6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E4815-95E5-3E18-8586-9D62BB9E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73544-418F-C41F-488E-08DAA93A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07AE6-19FA-B48D-AF24-6A920E3D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7E37-899C-BF4A-C236-C667B0DE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F85B-6F03-9D15-86DF-9612CC7E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2A080-F6A3-BFBF-23A4-978831D50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69F07-4853-C0A5-790A-F58C11C2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8A2B7-6C7F-77C7-8F4A-B9F0377A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610EF-A7FE-69E2-5A30-EB6191D7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8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D619B-C732-A6AD-8108-699283C3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F1C88-4883-7CAD-E61B-E136FC82E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1DAF9-B77C-CBA1-329D-412F719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90205-7254-20C0-65AD-4EC9B450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D88B7-2ABD-8956-1117-538DB921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B7E16-DBD9-4BD5-E4EB-3A297FF2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0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0818-E6A8-38E6-9D6D-35315D12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DA0A0-0083-EF2B-0FCA-259F0467D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E603D-1126-5CF5-7AAB-029C3860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FFA9C-78DC-D545-FEDE-EFC48881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C65F8-7BFA-6A70-B800-DFF94520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07FC11-6713-3F81-68B6-46C2B28CF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E532E-55CE-FC3D-A2A6-AF6F5445C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961BF-BCA3-F0DA-F138-4720F4C1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B572-C702-9419-B414-E09F692C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6C6FC-E965-93B2-2BC4-3901E832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7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CD39B-6B9B-8872-F67B-FE43E774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0AB31-D905-AE32-552F-5A4C04FFD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707B1-F639-F66A-61F2-9C6F891D7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ED68C-B8F8-4E0C-A6CD-F6A591BBDAF2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148FF-F066-0A5C-B223-214974546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8121-7EF4-5E47-9CBA-EF176F09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D036E-D550-49A6-B793-E1859EA5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4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207EA6-142F-FC81-F6D9-157E4F29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042"/>
            <a:ext cx="12192000" cy="612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C025-68A8-A79E-19D5-13DD961D1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925E5-D016-8233-956E-9AB8F679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082"/>
            <a:ext cx="12192000" cy="635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7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Menon</dc:creator>
  <cp:lastModifiedBy>Vivek Menon</cp:lastModifiedBy>
  <cp:revision>2</cp:revision>
  <dcterms:created xsi:type="dcterms:W3CDTF">2026-08-09T17:27:49Z</dcterms:created>
  <dcterms:modified xsi:type="dcterms:W3CDTF">2026-08-09T17:34:18Z</dcterms:modified>
</cp:coreProperties>
</file>